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oppins-bold.fntdata"/><Relationship Id="rId10" Type="http://schemas.openxmlformats.org/officeDocument/2006/relationships/slide" Target="slides/slide5.xml"/><Relationship Id="rId21" Type="http://schemas.openxmlformats.org/officeDocument/2006/relationships/font" Target="fonts/Poppins-regular.fntdata"/><Relationship Id="rId13" Type="http://schemas.openxmlformats.org/officeDocument/2006/relationships/slide" Target="slides/slide8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